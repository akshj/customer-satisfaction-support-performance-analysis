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6491" y="384753"/>
            <a:ext cx="7772400" cy="147002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3:</a:t>
            </a:r>
            <a:r>
              <a:rPr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Satisfaction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2146" y="2011219"/>
            <a:ext cx="6400800" cy="17526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Internship Project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Python (Pandas,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&amp; EDA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8400" y="108383"/>
            <a:ext cx="6534727" cy="676707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761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data to understand factors affecting 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satisfaction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Science &amp; 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 Support Tickets (8,469 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records)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business insights &amp; predictive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166253"/>
            <a:ext cx="8229600" cy="923637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9964"/>
            <a:ext cx="8229600" cy="4916199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8,469 | Total Features: 18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Ticket Type, Priority, Channel, Resolution Time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Customer Satisfaction Rating (1–5)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~67% ratings missing as feedback is given post ticket 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2889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528"/>
            <a:ext cx="8229600" cy="5036272"/>
          </a:xfrm>
        </p:spPr>
        <p:txBody>
          <a:bodyPr/>
          <a:lstStyle/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&amp; time columns to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format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logically (open vs closed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tickets)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Resolution_Hours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from response &amp; resolution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tickets for satisfaction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73" y="274638"/>
            <a:ext cx="8229600" cy="769071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46bcda1b-ee09-410a-814d-4b654154ae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50861" y="971859"/>
            <a:ext cx="8302099" cy="2844799"/>
          </a:xfrm>
          <a:prstGeom prst="rect">
            <a:avLst/>
          </a:prstGeom>
        </p:spPr>
      </p:pic>
      <p:pic>
        <p:nvPicPr>
          <p:cNvPr id="4" name="Picture 3" descr="34f106c3-d602-4293-b0b6-18ca5033b4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83" y="3957126"/>
            <a:ext cx="8248190" cy="25540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73" y="274638"/>
            <a:ext cx="8229600" cy="769071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69c8fe5e-f5d1-4d5d-9db1-0fdad10e13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08" y="1293092"/>
            <a:ext cx="7419110" cy="395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1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73" y="274638"/>
            <a:ext cx="8229600" cy="769071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Satisfaction Rating Distribution</a:t>
            </a:r>
          </a:p>
        </p:txBody>
      </p:sp>
      <p:pic>
        <p:nvPicPr>
          <p:cNvPr id="4" name="Picture 3" descr="243a66c2-4db0-4b41-90a7-54c0896518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55" y="1043709"/>
            <a:ext cx="8252689" cy="534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9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5871"/>
          </a:xfrm>
        </p:spPr>
        <p:txBody>
          <a:bodyPr>
            <a:no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Age Distribution</a:t>
            </a:r>
          </a:p>
        </p:txBody>
      </p:sp>
      <p:pic>
        <p:nvPicPr>
          <p:cNvPr id="4" name="Picture 3" descr="aa5b1fec-a200-4bdf-a996-7c65f46a31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40509"/>
            <a:ext cx="8335818" cy="52531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963" y="274638"/>
            <a:ext cx="8229600" cy="575107"/>
          </a:xfrm>
        </p:spPr>
        <p:txBody>
          <a:bodyPr>
            <a:no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</a:t>
            </a:r>
          </a:p>
        </p:txBody>
      </p:sp>
      <p:pic>
        <p:nvPicPr>
          <p:cNvPr id="4" name="Picture 3" descr="8101ddd6-abc2-4a44-b7ce-e6a99a07b7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90" y="957141"/>
            <a:ext cx="8520545" cy="56514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964" y="99147"/>
            <a:ext cx="8229600" cy="538162"/>
          </a:xfrm>
        </p:spPr>
        <p:txBody>
          <a:bodyPr>
            <a:no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Type Distribution</a:t>
            </a:r>
          </a:p>
        </p:txBody>
      </p:sp>
      <p:pic>
        <p:nvPicPr>
          <p:cNvPr id="4" name="Picture 3" descr="df5fd627-1b30-4f67-8d65-581f3feff8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37" y="812801"/>
            <a:ext cx="8649854" cy="55466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36092"/>
            <a:ext cx="8229600" cy="455035"/>
          </a:xfrm>
        </p:spPr>
        <p:txBody>
          <a:bodyPr>
            <a:normAutofit fontScale="90000"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Priority Distribution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91" y="849745"/>
            <a:ext cx="8543635" cy="56803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08383"/>
            <a:ext cx="8229600" cy="538162"/>
          </a:xfrm>
        </p:spPr>
        <p:txBody>
          <a:bodyPr>
            <a:normAutofit fontScale="90000"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Channel Distribution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646545"/>
            <a:ext cx="8151091" cy="5477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274"/>
            <a:ext cx="8229600" cy="602817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Time vs Satisfaction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85091"/>
            <a:ext cx="8229600" cy="52370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7398"/>
          </a:xfrm>
        </p:spPr>
        <p:txBody>
          <a:bodyPr>
            <a:normAutofit fontScale="90000"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6692"/>
            <a:ext cx="8229600" cy="5239472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decreases as resolution time increases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High-priority &amp; technical tickets show lower satisfaction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&amp; Phone are dominant support channels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demographics improve model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fairness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speed is the strongest driver of customer satisfaction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can help optimize support operations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suitable for predictive modeling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to ML-based satisfaction prediction</a:t>
            </a:r>
          </a:p>
          <a:p>
            <a:pPr marL="457200" lvl="1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226</Words>
  <Application>Microsoft Office PowerPoint</Application>
  <PresentationFormat>On-screen Show (4:3)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Project 3:Customer Satisfaction Prediction</vt:lpstr>
      <vt:lpstr>Project Overview</vt:lpstr>
      <vt:lpstr>Dataset Summary</vt:lpstr>
      <vt:lpstr>Data Preprocessing &amp; Feature Engineering</vt:lpstr>
      <vt:lpstr>Data Structure</vt:lpstr>
      <vt:lpstr>Data Structure</vt:lpstr>
      <vt:lpstr>Satisfaction Rating Distribution</vt:lpstr>
      <vt:lpstr>Customer Age Distribution</vt:lpstr>
      <vt:lpstr>Gender Distribution</vt:lpstr>
      <vt:lpstr>Ticket Type Distribution</vt:lpstr>
      <vt:lpstr>Ticket Priority Distribution</vt:lpstr>
      <vt:lpstr>Ticket Channel Distribution</vt:lpstr>
      <vt:lpstr>Resolution Time vs Satisfaction</vt:lpstr>
      <vt:lpstr>Key Business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Satisfaction Prediction</dc:title>
  <dc:subject/>
  <dc:creator>HP</dc:creator>
  <cp:keywords/>
  <dc:description>generated using python-pptx</dc:description>
  <cp:lastModifiedBy>HP</cp:lastModifiedBy>
  <cp:revision>7</cp:revision>
  <dcterms:created xsi:type="dcterms:W3CDTF">2013-01-27T09:14:16Z</dcterms:created>
  <dcterms:modified xsi:type="dcterms:W3CDTF">2026-01-31T06:46:35Z</dcterms:modified>
  <cp:category/>
</cp:coreProperties>
</file>